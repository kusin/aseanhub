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4717-09A4-45E7-5BF9-EC6E304EE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019DA-6D7E-09DA-BE11-A104DD039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202DC-C2C1-FF33-0BD2-920117C9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DF9DE-4D04-6C6A-7F46-B4CA4C68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D924C-C3AB-E56F-B736-89F7F630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5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3C07-DAFE-7E7C-4A5D-B3D90318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C02F6-21AF-6567-6FE4-8BB496464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716EF-BF96-54A9-292C-B63C9DE04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2057F-B47F-C4DF-5D86-DB9232A2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AB773-6FB6-DA70-94D7-7FDE8036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9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EE9D-7D37-B50B-313E-BBBED427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5764B-60D6-A6F8-1E5C-982962BC6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D4E5B-BD1B-6958-591C-6A1241C2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02816-823B-5C3D-AAE0-82A4FC1F7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100F4-168D-C6DC-1B77-88471A97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4C14-29DD-56F3-645D-60FE90F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F6F7C-5D1A-D196-044C-EDB5FC99A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80AFB-FBE0-0D44-3AC9-FABAC969A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4072D-ADEF-CD1D-0428-F745DAFB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77A34-7ED1-F8CB-F6F9-C2B531471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51682-FE94-8DAC-6BDE-6769F3AE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6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C37A-EB29-16ED-BF8D-CAFAD1395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218EF-ED64-8A0E-9F52-143296154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9EE6C-B324-055C-3FD2-66FF361A7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3FBE14-DB18-5EBC-C378-2D3995B58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AFB45-4F8B-DC18-05C5-290194140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9B266-95B6-43AE-C78C-40AF3024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639C7-CB64-21C0-1D85-E760D2E8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4D140-AA70-F840-E37A-BA08765D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9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77E30-495B-D5DF-CD49-A90D3803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7553A-1E79-351E-616A-781E55ADF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AE47F-A39E-EE8A-2D4A-F00CE1508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4162D-1BDF-053B-61FA-9269E2180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2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DC298-6B14-6545-38AE-1D279C99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78C22-7D09-734F-8348-0C91673D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16490-E28D-E1A8-33C9-E725EB66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0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631C-213A-E17C-8E16-9E0F7EB5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F8E6-22AC-87EF-67D3-C81AB840F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04ACA-2035-FE7D-206D-3D2DE7207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E87A8-32B4-C92C-FFC3-68786FA6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0F14B-E395-9219-27E1-C9D8B314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939A6-8EF2-9202-708A-0183004A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1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F40F9-CE43-3DA2-2755-0E714C9C0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6DD24D-DB33-B346-F642-749295911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7B9B1-BC37-DD2C-93AE-87CA18A7A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1A9D5-C095-A8D9-9905-1BE9B09AC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D0C0E-D1CC-C9C5-71D8-76D7197D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F5399-2AE6-7C95-187C-377EDF31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9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7447-14C2-6664-BDAF-657A342B1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EF6B6-4A68-87BB-F144-587FE91FD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61FA9-295A-EF19-AC75-ECBC5025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D1E0B-D1E3-4398-74E7-960E4614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E7618-949B-CB30-FA15-B1E3EF37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3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93043-45AE-5088-BB75-F99DF253B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12145-4EE5-0F33-D762-BDC793E1F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7E11A-1072-5083-DD2A-49E69034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FE8AA-A6DB-9827-D542-905FB7DDE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68597-A591-7285-C46D-9AA7192E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6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19C75-F508-0E76-9C89-7840BA17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87460-215D-B825-7FA8-AB4105DAA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24DA4-EFCC-1B20-6EFF-C3CD5E558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E13EC-3E32-4D90-ADB8-20FF864D89A8}" type="datetimeFigureOut">
              <a:rPr lang="en-US" smtClean="0"/>
              <a:t>2026-01-26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1FE15-AD2C-CFCD-3D7F-330DED525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9D47F-3FE4-CE77-6BB5-A51BD4DC0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5AFAD-C410-49E2-A5B4-5D023748A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09D6-AA5B-B47A-18E1-648773E70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/>
              <a:t>Contoh PPT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C86C4-2C66-F661-97A6-93BD3B2D7E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/>
              <a:t>Asean HUB 2026</a:t>
            </a:r>
          </a:p>
        </p:txBody>
      </p:sp>
    </p:spTree>
    <p:extLst>
      <p:ext uri="{BB962C8B-B14F-4D97-AF65-F5344CB8AC3E}">
        <p14:creationId xmlns:p14="http://schemas.microsoft.com/office/powerpoint/2010/main" val="208828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Contoh 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Omen</dc:creator>
  <cp:lastModifiedBy>HP Omen</cp:lastModifiedBy>
  <cp:revision>1</cp:revision>
  <dcterms:created xsi:type="dcterms:W3CDTF">2026-01-25T18:24:12Z</dcterms:created>
  <dcterms:modified xsi:type="dcterms:W3CDTF">2026-01-25T18:24:30Z</dcterms:modified>
</cp:coreProperties>
</file>